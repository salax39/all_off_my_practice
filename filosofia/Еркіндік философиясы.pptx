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ue_sea_waves_sea_swallows_vplus_20230307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ue_sea_waves_sea_swallows_vplus_20230307/Catalog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ue_sea_waves_sea_swallows_vplus_20230307/Session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E5E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ue_sea_waves_sea_swallows_vplus_20230307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14413"/>
            <a:ext cx="4125278" cy="11715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592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Еркіндік философиясы</a:t>
            </a:r>
            <a:endParaRPr lang="en-US" sz="2592" dirty="0"/>
          </a:p>
        </p:txBody>
      </p:sp>
      <p:sp>
        <p:nvSpPr>
          <p:cNvPr id="3" name="Text 1"/>
          <p:cNvSpPr/>
          <p:nvPr/>
        </p:nvSpPr>
        <p:spPr>
          <a:xfrm>
            <a:off x="695325" y="4005263"/>
            <a:ext cx="1943100" cy="542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2023-11-09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5513" y="1495425"/>
            <a:ext cx="6000750" cy="2976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1.Кіріспе*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еркін ерік*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3.Марксистік философия бостандық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4.қортынды*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450" y="1843088"/>
            <a:ext cx="1452563" cy="1233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05238" y="1624013"/>
            <a:ext cx="4763453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4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1.Кіріспе*</a:t>
            </a:r>
            <a:endParaRPr lang="en-US" sz="3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1.Кіріспе*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Еркіндік философиясы – еркіндік туралы әртүрлі концепцияларды, философиялық идеяларды және этикалық принциптерді қамтитын кең және терең философиялық сала. Еркіндік – тек философияда ғана емес, саясатта, этикада, қоғамда, руханиятта және басқа да салаларда терең ой мен дау тудырған күрделі тақырып. Бұл презентацияның мақсаты - еркіндіктің әртүрлі аспектілерін, соның ішінде ерік бостандығы, саяси бостандық, жеке бас бостандығы, либерализм, қоғамдық келісім, бостандық пен теңдік арасындағы қайшылық, бостандық пен анықтық арасындағы қатынас.</a:t>
            </a:r>
            <a:endParaRPr lang="en-US" sz="15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450" y="1843088"/>
            <a:ext cx="1452563" cy="1233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05238" y="1624013"/>
            <a:ext cx="4763453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4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еркін ерік*</a:t>
            </a:r>
            <a:endParaRPr lang="en-US" sz="3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еркін ерік*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Ерік бостандығы – адамның іс-әрекетте автономды таңдау жасау қабілетіне қатысты философиядағы маңызды ұғым.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Бұл детерминизм мен автономия арасындағы қатынасты қамтитын бірқатар пікірталастарға әкеледі.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Жеке бас бостандығы*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Саяси бостандық*</a:t>
            </a:r>
            <a:endParaRPr lang="en-US" sz="153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Жеке бас бостандығы*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Жеке бостандық әлеуметтік-құқықтық шеңбердегі жеке адамдардың құқықтары мен дербестігіне мән береді.</a:t>
            </a:r>
            <a:endParaRPr lang="en-US" sz="153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Саяси бостандық*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Саяси философия қоғам мен үкімет контекстіндегі жеке адамдардың бостандығына қатысты.</a:t>
            </a:r>
            <a:endParaRPr lang="en-US" sz="153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450" y="1843088"/>
            <a:ext cx="1452563" cy="1233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05238" y="1624013"/>
            <a:ext cx="4763453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32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3.Марксистік философия бостандық</a:t>
            </a:r>
            <a:endParaRPr lang="en-US" sz="32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3.Марксистік философия бостандық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Марксистік философия бостандық ойлауға, парасатқа, ерік-жігерге және тілекке тәуелсіз болмайды деп есептейді.Бірақ адамдар ойлаудың, парасаттың, ерік-жігердің, тілектің жүзеге асу заңдылықтарын, шарттарын, шектерін ғылыми тұрғыдан түсіне алмаса, соқыр түрде баса айтады. Субъективті ерік-жігердің үстемдігі мен озбырлығы, еркіндік деп аталатын еркіндікке ұмтылу, содан кейін ауыр объективті жағдайлар мен суық объективті заңдар олардың ізгі тілектерін міндетті түрде жояды.</a:t>
            </a:r>
            <a:endParaRPr lang="en-US" sz="15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450" y="1843088"/>
            <a:ext cx="1452563" cy="1233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05238" y="1624013"/>
            <a:ext cx="4763453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4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4.қортынды*</a:t>
            </a:r>
            <a:endParaRPr lang="en-US" sz="3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4.қортынды*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Еркіндік философиясы – сан алуан бағыттар мен перспективаларды қамтитын күрделі және алуан түрлі сала.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Түрлі философиялық  ғалымдар Еркіндік ұғымы мен тәжірибесі туралы түсініктерді қалыптастыруда ерекшеленеді, бұл еркіндікті философиялық тұрғыдан зерттеуге арналған кең ауқымды материалдар мен пікірталастарды ұсынады.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Бостандық – адамдардың қоғамдағы құқығы. Еркіндікке қарама-қарсы нәрсе – құлдық.</a:t>
            </a:r>
            <a:endParaRPr lang="en-US" sz="153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1557338"/>
            <a:ext cx="3395663" cy="547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76300" y="2000250"/>
            <a:ext cx="3395663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06248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THANKS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Еркіндік философиясы</dc:title>
  <dc:subject/>
  <dc:creator/>
  <cp:lastModifiedBy/>
  <cp:revision>1</cp:revision>
  <dcterms:created xsi:type="dcterms:W3CDTF">2023-11-09T08:26:37Z</dcterms:created>
  <dcterms:modified xsi:type="dcterms:W3CDTF">2023-11-09T08:26:37Z</dcterms:modified>
</cp:coreProperties>
</file>