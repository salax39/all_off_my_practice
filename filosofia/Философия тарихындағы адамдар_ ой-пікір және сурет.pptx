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yellow_maze_20230416/Cover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yellow_maze_20230416/Catalog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yellow_maze_20230416/Session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yellow_maze_20230416/Content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yellow_maze_20230416/End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3988" y="881063"/>
            <a:ext cx="4134803" cy="133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52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Философия тарихындағы адамдар: ой-пікір және сурет</a:t>
            </a:r>
            <a:endParaRPr lang="en-US" sz="1952" dirty="0"/>
          </a:p>
        </p:txBody>
      </p:sp>
      <p:sp>
        <p:nvSpPr>
          <p:cNvPr id="3" name="Text 1"/>
          <p:cNvSpPr/>
          <p:nvPr/>
        </p:nvSpPr>
        <p:spPr>
          <a:xfrm>
            <a:off x="1423988" y="3848100"/>
            <a:ext cx="2386013" cy="552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2023-10-19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2238" y="428625"/>
            <a:ext cx="516255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CONTENTS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2238" y="1347787"/>
            <a:ext cx="5386388" cy="3219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Слайд 2 - Сократ (Socrates)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Слайд 3 - Аристотель (Aristotle)</a:t>
            </a:r>
            <a:endParaRPr lang="en-US" sz="1600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Слайд 4 - Кант (Immanuel Kant)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313" y="17954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524125" y="1000125"/>
            <a:ext cx="5101590" cy="2800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Слайд 2 - Сократ (Socrates)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yellow_maze_20230416/Content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39238" cy="9953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Слайд 2 - Сократ (Socrates)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62000" y="1176338"/>
            <a:ext cx="771525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Үзгіші тарих мен негізгі ой-пікірі:</a:t>
            </a:r>
            <a:br/>
            <a:pPr algn="l" indent="0" marL="0">
              <a:lnSpc>
                <a:spcPct val="150000"/>
              </a:lnSpc>
              <a:buNone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Ғошар Грекия философиясының негіздерінден бірі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Қозғалысы және аурудары:</a:t>
            </a:r>
            <a:br/>
            <a:pPr algn="l" indent="0" marL="0">
              <a:lnSpc>
                <a:spcPct val="150000"/>
              </a:lnSpc>
              <a:buNone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Батыс философиясында сауаттықтарды алдын ала орнатуды</a:t>
            </a:r>
            <a:endParaRPr lang="en-US" sz="153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yellow_maze_20230416/Content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39238" cy="9953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Үзгіші тарих мен негізгі ой-пікірі:- Ғошар Грекия философиясының негіздерінден бірі</a:t>
            </a:r>
            <a:endParaRPr lang="en-US" sz="1120" dirty="0"/>
          </a:p>
        </p:txBody>
      </p:sp>
      <p:sp>
        <p:nvSpPr>
          <p:cNvPr id="4" name="Text 1"/>
          <p:cNvSpPr/>
          <p:nvPr/>
        </p:nvSpPr>
        <p:spPr>
          <a:xfrm>
            <a:off x="762000" y="1176338"/>
            <a:ext cx="7715250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Сұрау жасау және міндетті жолмен дин мәселелерді шығаруда айырылып келетіні</a:t>
            </a:r>
            <a:br/>
            <a:pPr algn="l" indent="0" marL="0">
              <a:lnSpc>
                <a:spcPct val="150000"/>
              </a:lnSpc>
              <a:buNone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Сурет сипаттамасы:</a:t>
            </a:r>
            <a:br/>
            <a:pPr algn="l" indent="0" marL="0">
              <a:lnSpc>
                <a:spcPct val="150000"/>
              </a:lnSpc>
              <a:buNone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Ғалымдармен байланыс жасаушы болады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Қалыптасуы өзінің сенімін ұстап алу жүйесін ұсынады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Соңында орындалған тасарымды өзіңізді ұшырауға шешеді</a:t>
            </a:r>
            <a:endParaRPr lang="en-US" sz="153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313" y="17954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524125" y="1000125"/>
            <a:ext cx="5101590" cy="2800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Слайд 3 - Аристотель (Aristotle)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yellow_maze_20230416/Content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39238" cy="9953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Слайд 3 - Аристотель (Aristotle)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62000" y="1176338"/>
            <a:ext cx="7715250" cy="1943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Үзгіші тарих мен негізгі ой-пікірі:</a:t>
            </a:r>
            <a:br/>
            <a:pPr algn="l" indent="0" marL="0">
              <a:lnSpc>
                <a:spcPct val="150000"/>
              </a:lnSpc>
              <a:buNone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Ғошар Грекия философияшысы, оқила жазу, сауаттық жасау және мұрагерге бағытталды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Қозғалысы және аурудары:</a:t>
            </a:r>
            <a:br/>
            <a:pPr algn="l" indent="0" marL="0">
              <a:lnSpc>
                <a:spcPct val="150000"/>
              </a:lnSpc>
              <a:buNone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Батыс философиясының негізгерін теңшілікке орнатуды</a:t>
            </a:r>
            <a:endParaRPr lang="en-US" sz="153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yellow_maze_20230416/Content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39238" cy="9953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Үзгіші тарих мен негізгі ой-пікірі:- Ғошар Грекия философияшысы, оқила жазу, сауаттық жасау және мұрагерге бағытталды</a:t>
            </a:r>
            <a:endParaRPr lang="en-US" sz="1120" dirty="0"/>
          </a:p>
        </p:txBody>
      </p:sp>
      <p:sp>
        <p:nvSpPr>
          <p:cNvPr id="4" name="Text 1"/>
          <p:cNvSpPr/>
          <p:nvPr/>
        </p:nvSpPr>
        <p:spPr>
          <a:xfrm>
            <a:off x="762000" y="1176338"/>
            <a:ext cx="7715250" cy="1257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Сурет сипаттамасы:</a:t>
            </a:r>
            <a:br/>
            <a:pPr algn="l" indent="0" marL="0">
              <a:lnSpc>
                <a:spcPct val="150000"/>
              </a:lnSpc>
              <a:buNone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Ғалымдармен байланыс жасаушы болады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Логика мен жүйелі бақылауға байланысты</a:t>
            </a:r>
            <a:endParaRPr lang="en-US" sz="153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313" y="1795463"/>
            <a:ext cx="1452563" cy="124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2524125" y="1000125"/>
            <a:ext cx="5101590" cy="2800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Слайд 4 - Кант (Immanuel Kant)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yellow_maze_20230416/Content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39238" cy="9953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Слайд 4 - Кант (Immanuel Kant)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62000" y="1176338"/>
            <a:ext cx="771525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Үзгіші тарих мен негізгі ой-пікірі:</a:t>
            </a:r>
            <a:br/>
            <a:pPr algn="l" indent="0" marL="0">
              <a:lnSpc>
                <a:spcPct val="150000"/>
              </a:lnSpc>
              <a:buNone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Германия философияшысы, "Тоза сауаттылықты критикалау" және "Құрылтылықты критикалау" аясынан танылды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Қозғалысы және аурудары:</a:t>
            </a:r>
            <a:br/>
            <a:pPr algn="l" indent="0" marL="0">
              <a:lnSpc>
                <a:spcPct val="150000"/>
              </a:lnSpc>
              <a:buNone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Нығаи сауаттықтықты жүйелі тұлғаларды, жазба көшіретінділерді алдын ала алу жолында міндеттеді</a:t>
            </a:r>
            <a:endParaRPr lang="en-US" sz="153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assets.mindshow.fun/themes/whiteyellow_maze_20230416/Content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39238" cy="99536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28600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Үзгіші тарих мен негізгі ой-пікірі:- Германия философияшысы, "Тоза сауаттылықты критикалау" және "Құрылтылықты критикалау" аясынан танылды</a:t>
            </a:r>
            <a:endParaRPr lang="en-US" sz="1120" dirty="0"/>
          </a:p>
        </p:txBody>
      </p:sp>
      <p:sp>
        <p:nvSpPr>
          <p:cNvPr id="4" name="Text 1"/>
          <p:cNvSpPr/>
          <p:nvPr/>
        </p:nvSpPr>
        <p:spPr>
          <a:xfrm>
            <a:off x="762000" y="1176338"/>
            <a:ext cx="771525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Сурет сипаттамасы:</a:t>
            </a:r>
            <a:br/>
            <a:pPr algn="l" indent="0" marL="0">
              <a:lnSpc>
                <a:spcPct val="150000"/>
              </a:lnSpc>
              <a:buNone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- Ғалымдармен байланыс жасаушы болады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Діндік жақтылық мен адамдықты таласуға жаратушы болады</a:t>
            </a:r>
            <a:endParaRPr lang="en-US" sz="1536" dirty="0"/>
          </a:p>
          <a:p>
            <a:pPr algn="l" marL="342900" indent="-342900">
              <a:lnSpc>
                <a:spcPct val="150000"/>
              </a:lnSpc>
              <a:buSzPct val="100000"/>
              <a:buChar char="•"/>
            </a:pPr>
            <a:r>
              <a:rPr lang="en-US" sz="1536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Таза сауаттылықтықтың құрылтылуы мен міндетті критикалау талап еді</a:t>
            </a:r>
            <a:endParaRPr lang="en-US" sz="153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1905000"/>
            <a:ext cx="3395663" cy="552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END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0" y="2347913"/>
            <a:ext cx="3395663" cy="10334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500" b="1" dirty="0">
                <a:solidFill>
                  <a:srgbClr val="FF7F0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THANKS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Философия тарихындағы адамдар: ой-пікір және сурет</dc:title>
  <dc:subject/>
  <dc:creator/>
  <cp:lastModifiedBy/>
  <cp:revision>1</cp:revision>
  <dcterms:created xsi:type="dcterms:W3CDTF">2023-10-19T08:51:08Z</dcterms:created>
  <dcterms:modified xsi:type="dcterms:W3CDTF">2023-10-19T08:51:08Z</dcterms:modified>
</cp:coreProperties>
</file>